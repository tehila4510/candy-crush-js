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926" autoAdjust="0"/>
    <p:restoredTop sz="94660"/>
  </p:normalViewPr>
  <p:slideViewPr>
    <p:cSldViewPr snapToGrid="0">
      <p:cViewPr>
        <p:scale>
          <a:sx n="100" d="100"/>
          <a:sy n="100" d="100"/>
        </p:scale>
        <p:origin x="72" y="-11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70E9F34-4305-8FCB-8C01-F73744AE4E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D362BF7C-99DB-707E-A3D8-F97F5BD1C5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4DDFF61-1393-841A-24D3-6EFCEC776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AB4D0-FB61-4150-9C6D-B11C18FEB14A}" type="datetimeFigureOut">
              <a:rPr lang="he-IL" smtClean="0"/>
              <a:t>כ"ו/תמוז/תשפ"ה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A3F4748-F1A2-03B9-62E2-F3BF47C6B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CF0B67B-BD41-0C07-80B3-D2C6E6B94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1EDD7-4B37-4929-BE42-0623CDF5144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89322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E542724-4194-B1BD-DD41-299468B9A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2923587-EFE7-74DF-F5E5-42D1D5C5ED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83054B7-DBBF-7D2F-369A-7453C58FF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AB4D0-FB61-4150-9C6D-B11C18FEB14A}" type="datetimeFigureOut">
              <a:rPr lang="he-IL" smtClean="0"/>
              <a:t>כ"ו/תמוז/תשפ"ה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D6D05FE-59F7-718B-B52E-42501F9CE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054743E-73ED-842F-A34B-BFB0E1B2B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1EDD7-4B37-4929-BE42-0623CDF5144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0481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5790416-6466-22B0-1C21-708BA28AB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346446A3-A942-AB34-912E-34417FC2C6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57D33BB-B661-3EB8-BB37-5F225DEEE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AB4D0-FB61-4150-9C6D-B11C18FEB14A}" type="datetimeFigureOut">
              <a:rPr lang="he-IL" smtClean="0"/>
              <a:t>כ"ו/תמוז/תשפ"ה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5184024-A6C6-45F9-E628-B1B3852EF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E2C2289-95AE-76FA-3C10-C7CDFD496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1EDD7-4B37-4929-BE42-0623CDF5144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54671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0F35555-E0FF-3A82-3345-834AF0E65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6820143-2DDD-D0E3-27A4-9FDFAE5B59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1F1F9E3D-BF8E-BE40-25FF-EC6A5E77C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42EE49D6-CB22-9D9E-71E1-83C9A6B85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AB4D0-FB61-4150-9C6D-B11C18FEB14A}" type="datetimeFigureOut">
              <a:rPr lang="he-IL" smtClean="0"/>
              <a:t>כ"ו/תמוז/תשפ"ה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896D4EA1-3C9F-A2FB-71C9-0A8B0160E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AF09C665-04AA-5DD2-201F-9AD704C04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1EDD7-4B37-4929-BE42-0623CDF5144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61432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18CCF20-A032-AEC4-342A-CE5B31ECD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FB102477-34E5-C710-67C9-A4A2313B65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4F72CD5B-3540-0AFC-6E60-74C8D87559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0E5F1022-55E3-D84E-832A-4F39353D8D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B206AE70-B89B-97F4-E57F-8CAD4A7952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D7D4D218-ADBF-12C5-3D23-90241BC44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AB4D0-FB61-4150-9C6D-B11C18FEB14A}" type="datetimeFigureOut">
              <a:rPr lang="he-IL" smtClean="0"/>
              <a:t>כ"ו/תמוז/תשפ"ה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0E32DBD0-576D-7AF0-F0D7-FB04B0F2A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7FC7D3C8-96F1-0EC6-136A-F1C1E5BFB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1EDD7-4B37-4929-BE42-0623CDF5144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01661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AF234F2-281F-06A6-09BD-E4FC8ACC0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BF80F0ED-980D-4FDA-26AB-891D8FDC6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AB4D0-FB61-4150-9C6D-B11C18FEB14A}" type="datetimeFigureOut">
              <a:rPr lang="he-IL" smtClean="0"/>
              <a:t>כ"ו/תמוז/תשפ"ה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150C373F-17F8-B8B5-A554-1AD8E86C0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BCD9CCD6-B663-8603-D04B-D947F3501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1EDD7-4B37-4929-BE42-0623CDF5144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3149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1FE9E348-8DFE-A104-53F6-AEB54643A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AB4D0-FB61-4150-9C6D-B11C18FEB14A}" type="datetimeFigureOut">
              <a:rPr lang="he-IL" smtClean="0"/>
              <a:t>כ"ו/תמוז/תשפ"ה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605B9F13-282E-9C09-2D48-04E7FA3CF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D4C6912-E6F8-1EA9-FE92-35F4C54EF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1EDD7-4B37-4929-BE42-0623CDF5144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09700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1AA2642-30F5-5915-DBF0-46EF56732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1899E9C-FD58-3830-A701-C1BD73372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19B7FA00-FD05-4B38-3D1A-D9466D007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99058861-B9F3-22E9-55E1-FEBA5812E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AB4D0-FB61-4150-9C6D-B11C18FEB14A}" type="datetimeFigureOut">
              <a:rPr lang="he-IL" smtClean="0"/>
              <a:t>כ"ו/תמוז/תשפ"ה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06BC1AC-FC81-EAD5-39C1-DE15BBA33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41D7D2D9-9921-B458-9E64-0E20E632D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1EDD7-4B37-4929-BE42-0623CDF5144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66950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AA416D4-71DF-A4BB-79EA-56867FDE9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B5B790A5-CA4F-4D02-1C5E-3832DBDDFA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676924D9-D3FF-F48D-FD54-AC9DEAA4C5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8F8EDE41-39E2-8EB7-CD57-9F94C4346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AB4D0-FB61-4150-9C6D-B11C18FEB14A}" type="datetimeFigureOut">
              <a:rPr lang="he-IL" smtClean="0"/>
              <a:t>כ"ו/תמוז/תשפ"ה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3C664021-5DCC-EBAE-D4E1-8F79AF1EC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1045AB09-33CC-7668-4245-FBB53184F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1EDD7-4B37-4929-BE42-0623CDF5144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48544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9E3AB71-D677-F5F4-1C64-089F3BFF7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2E035635-260B-844D-5EFA-16001A5B8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668A278-AE65-31E5-2591-D36706EE1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AB4D0-FB61-4150-9C6D-B11C18FEB14A}" type="datetimeFigureOut">
              <a:rPr lang="he-IL" smtClean="0"/>
              <a:t>כ"ו/תמוז/תשפ"ה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4A1BA05-23FD-54C9-D63B-0ED495217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7FF701E-E326-6671-6EBA-55ED21AE5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1EDD7-4B37-4929-BE42-0623CDF5144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31551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B997B7F7-ADE6-3534-5BB7-BF587BF162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F9DDBBA-C382-4978-60A0-33EB1C0AD8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AA4FC1C-3C08-94DB-819D-45200B1BF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AB4D0-FB61-4150-9C6D-B11C18FEB14A}" type="datetimeFigureOut">
              <a:rPr lang="he-IL" smtClean="0"/>
              <a:t>כ"ו/תמוז/תשפ"ה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38FB78F-01DA-471D-3F1F-F7610FC42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510D9E5-BA7F-D8E3-1CAA-814F0455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1EDD7-4B37-4929-BE42-0623CDF5144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40519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13FE8AA7-DDEC-A3A7-5B52-912C8F870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DA8BA5C-B65F-0D80-5A63-DE6217C78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2CABF5C-AC85-D7DC-63E9-2615C266D3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AB4D0-FB61-4150-9C6D-B11C18FEB14A}" type="datetimeFigureOut">
              <a:rPr lang="he-IL" smtClean="0"/>
              <a:t>כ"ו/תמוז/תשפ"ה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1508849-00F5-DE1E-5CA1-F5B2B9455B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95A0C8E-34CA-C5CF-F6D8-7531F354D4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1EDD7-4B37-4929-BE42-0623CDF5144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78405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תמונה 6">
            <a:extLst>
              <a:ext uri="{FF2B5EF4-FFF2-40B4-BE49-F238E27FC236}">
                <a16:creationId xmlns:a16="http://schemas.microsoft.com/office/drawing/2014/main" id="{6FD294B1-909D-5B11-7A27-0621A238CF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53" t="66056" r="73676" b="27805"/>
          <a:stretch>
            <a:fillRect/>
          </a:stretch>
        </p:blipFill>
        <p:spPr>
          <a:xfrm>
            <a:off x="7174600" y="941934"/>
            <a:ext cx="480398" cy="431800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FA9BA6BC-7AF8-45F9-80DE-9F339544B9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91" t="16129" r="72822" b="78629"/>
          <a:stretch>
            <a:fillRect/>
          </a:stretch>
        </p:blipFill>
        <p:spPr>
          <a:xfrm>
            <a:off x="7174600" y="233171"/>
            <a:ext cx="465497" cy="368710"/>
          </a:xfrm>
          <a:prstGeom prst="rect">
            <a:avLst/>
          </a:prstGeom>
        </p:spPr>
      </p:pic>
      <p:pic>
        <p:nvPicPr>
          <p:cNvPr id="9" name="תמונה 8">
            <a:extLst>
              <a:ext uri="{FF2B5EF4-FFF2-40B4-BE49-F238E27FC236}">
                <a16:creationId xmlns:a16="http://schemas.microsoft.com/office/drawing/2014/main" id="{B799A6A5-03D4-626E-65A1-22684F9EFA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78" t="16129" r="60835" b="78629"/>
          <a:stretch>
            <a:fillRect/>
          </a:stretch>
        </p:blipFill>
        <p:spPr>
          <a:xfrm>
            <a:off x="7718627" y="237247"/>
            <a:ext cx="465497" cy="368710"/>
          </a:xfrm>
          <a:prstGeom prst="rect">
            <a:avLst/>
          </a:prstGeom>
        </p:spPr>
      </p:pic>
      <p:pic>
        <p:nvPicPr>
          <p:cNvPr id="10" name="תמונה 9">
            <a:extLst>
              <a:ext uri="{FF2B5EF4-FFF2-40B4-BE49-F238E27FC236}">
                <a16:creationId xmlns:a16="http://schemas.microsoft.com/office/drawing/2014/main" id="{28618C93-81F2-AF55-403A-AD5557F22A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036" t="16129" r="26978" b="78629"/>
          <a:stretch>
            <a:fillRect/>
          </a:stretch>
        </p:blipFill>
        <p:spPr>
          <a:xfrm>
            <a:off x="9222272" y="233171"/>
            <a:ext cx="465495" cy="368710"/>
          </a:xfrm>
          <a:prstGeom prst="rect">
            <a:avLst/>
          </a:prstGeom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3078F9BD-1018-E20A-1433-4CE2D4923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88" t="15791" r="38507" b="78965"/>
          <a:stretch>
            <a:fillRect/>
          </a:stretch>
        </p:blipFill>
        <p:spPr>
          <a:xfrm>
            <a:off x="8700886" y="233171"/>
            <a:ext cx="450595" cy="368709"/>
          </a:xfrm>
          <a:prstGeom prst="rect">
            <a:avLst/>
          </a:prstGeom>
        </p:spPr>
      </p:pic>
      <p:pic>
        <p:nvPicPr>
          <p:cNvPr id="12" name="תמונה 11">
            <a:extLst>
              <a:ext uri="{FF2B5EF4-FFF2-40B4-BE49-F238E27FC236}">
                <a16:creationId xmlns:a16="http://schemas.microsoft.com/office/drawing/2014/main" id="{58F5B3E3-47A7-4E34-1E5D-152ECDCE54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16" t="16129" r="49797" b="78629"/>
          <a:stretch>
            <a:fillRect/>
          </a:stretch>
        </p:blipFill>
        <p:spPr>
          <a:xfrm>
            <a:off x="8177289" y="237247"/>
            <a:ext cx="465496" cy="368709"/>
          </a:xfrm>
          <a:prstGeom prst="rect">
            <a:avLst/>
          </a:prstGeom>
        </p:spPr>
      </p:pic>
      <p:pic>
        <p:nvPicPr>
          <p:cNvPr id="13" name="תמונה 12">
            <a:extLst>
              <a:ext uri="{FF2B5EF4-FFF2-40B4-BE49-F238E27FC236}">
                <a16:creationId xmlns:a16="http://schemas.microsoft.com/office/drawing/2014/main" id="{83AD875E-0029-447C-13E5-B8CA6D3603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085" t="16129" r="14927" b="78629"/>
          <a:stretch>
            <a:fillRect/>
          </a:stretch>
        </p:blipFill>
        <p:spPr>
          <a:xfrm>
            <a:off x="9758558" y="233171"/>
            <a:ext cx="465498" cy="368710"/>
          </a:xfrm>
          <a:prstGeom prst="rect">
            <a:avLst/>
          </a:prstGeom>
        </p:spPr>
      </p:pic>
      <p:pic>
        <p:nvPicPr>
          <p:cNvPr id="16" name="תמונה 15">
            <a:extLst>
              <a:ext uri="{FF2B5EF4-FFF2-40B4-BE49-F238E27FC236}">
                <a16:creationId xmlns:a16="http://schemas.microsoft.com/office/drawing/2014/main" id="{AFF3CAF9-4C9B-4E79-A3BE-2A6CF0E892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619" t="19797" r="14927" b="78629"/>
          <a:stretch>
            <a:fillRect/>
          </a:stretch>
        </p:blipFill>
        <p:spPr>
          <a:xfrm>
            <a:off x="8734425" y="3773753"/>
            <a:ext cx="334604" cy="388671"/>
          </a:xfrm>
          <a:prstGeom prst="rect">
            <a:avLst/>
          </a:prstGeom>
        </p:spPr>
      </p:pic>
      <p:pic>
        <p:nvPicPr>
          <p:cNvPr id="2" name="תמונה 1">
            <a:extLst>
              <a:ext uri="{FF2B5EF4-FFF2-40B4-BE49-F238E27FC236}">
                <a16:creationId xmlns:a16="http://schemas.microsoft.com/office/drawing/2014/main" id="{8CE06B5E-BEDE-647E-7A0C-2C7A8DAEF7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37" y="256818"/>
            <a:ext cx="3883282" cy="7033869"/>
          </a:xfrm>
          <a:prstGeom prst="rect">
            <a:avLst/>
          </a:prstGeom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76BE3284-9D0F-F673-B8A4-615EEED2CB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591" t="66056" r="16037" b="27805"/>
          <a:stretch>
            <a:fillRect/>
          </a:stretch>
        </p:blipFill>
        <p:spPr>
          <a:xfrm>
            <a:off x="9732494" y="941934"/>
            <a:ext cx="480398" cy="431800"/>
          </a:xfrm>
          <a:prstGeom prst="rect">
            <a:avLst/>
          </a:prstGeom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72E8EE11-D48E-AE37-25D8-F84EF65E36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11" t="66056" r="61518" b="27805"/>
          <a:stretch>
            <a:fillRect/>
          </a:stretch>
        </p:blipFill>
        <p:spPr>
          <a:xfrm>
            <a:off x="7711176" y="941934"/>
            <a:ext cx="480398" cy="431800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AC72A9DF-2365-0687-4661-9F2A14EAD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29" t="66056" r="50000" b="27805"/>
          <a:stretch>
            <a:fillRect/>
          </a:stretch>
        </p:blipFill>
        <p:spPr>
          <a:xfrm>
            <a:off x="8169838" y="941934"/>
            <a:ext cx="480398" cy="431800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80C7A6C1-4B2A-9895-4C58-1C1096CF9B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849" t="66056" r="38780" b="27805"/>
          <a:stretch>
            <a:fillRect/>
          </a:stretch>
        </p:blipFill>
        <p:spPr>
          <a:xfrm>
            <a:off x="8685984" y="941934"/>
            <a:ext cx="480398" cy="431800"/>
          </a:xfrm>
          <a:prstGeom prst="rect">
            <a:avLst/>
          </a:prstGeom>
        </p:spPr>
      </p:pic>
      <p:pic>
        <p:nvPicPr>
          <p:cNvPr id="14" name="תמונה 13">
            <a:extLst>
              <a:ext uri="{FF2B5EF4-FFF2-40B4-BE49-F238E27FC236}">
                <a16:creationId xmlns:a16="http://schemas.microsoft.com/office/drawing/2014/main" id="{931082E7-4329-8ABA-8ED7-6010F6B75E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12" t="66056" r="27317" b="27805"/>
          <a:stretch>
            <a:fillRect/>
          </a:stretch>
        </p:blipFill>
        <p:spPr>
          <a:xfrm>
            <a:off x="9171425" y="941934"/>
            <a:ext cx="480398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144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0516A270-1A41-339D-D452-764B3D4377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04" t="34266" r="71424" b="59099"/>
          <a:stretch>
            <a:fillRect/>
          </a:stretch>
        </p:blipFill>
        <p:spPr>
          <a:xfrm>
            <a:off x="3305175" y="2802728"/>
            <a:ext cx="561975" cy="466725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5834CDB7-17E4-18D5-FB85-DBF043ECB2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991" t="34266" r="26538" b="59099"/>
          <a:stretch>
            <a:fillRect/>
          </a:stretch>
        </p:blipFill>
        <p:spPr>
          <a:xfrm>
            <a:off x="3305174" y="4643437"/>
            <a:ext cx="561975" cy="466725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63EB7DC3-BC64-B73B-93C7-324CD3596D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519" t="34266" r="15009" b="59098"/>
          <a:stretch>
            <a:fillRect/>
          </a:stretch>
        </p:blipFill>
        <p:spPr>
          <a:xfrm>
            <a:off x="3305174" y="5142311"/>
            <a:ext cx="561975" cy="466724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E23C28CA-0480-091A-CAF0-6CBD10D981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86" t="34198" r="60142" b="59099"/>
          <a:stretch>
            <a:fillRect/>
          </a:stretch>
        </p:blipFill>
        <p:spPr>
          <a:xfrm>
            <a:off x="3305175" y="3269453"/>
            <a:ext cx="561975" cy="471489"/>
          </a:xfrm>
          <a:prstGeom prst="rect">
            <a:avLst/>
          </a:prstGeom>
        </p:spPr>
      </p:pic>
      <p:pic>
        <p:nvPicPr>
          <p:cNvPr id="9" name="תמונה 8">
            <a:extLst>
              <a:ext uri="{FF2B5EF4-FFF2-40B4-BE49-F238E27FC236}">
                <a16:creationId xmlns:a16="http://schemas.microsoft.com/office/drawing/2014/main" id="{32D2517A-5BED-5629-8BCF-C664F70842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15" t="34198" r="48613" b="59099"/>
          <a:stretch>
            <a:fillRect/>
          </a:stretch>
        </p:blipFill>
        <p:spPr>
          <a:xfrm>
            <a:off x="3305175" y="3698077"/>
            <a:ext cx="561976" cy="471489"/>
          </a:xfrm>
          <a:prstGeom prst="rect">
            <a:avLst/>
          </a:prstGeom>
        </p:spPr>
      </p:pic>
      <p:pic>
        <p:nvPicPr>
          <p:cNvPr id="10" name="תמונה 9">
            <a:extLst>
              <a:ext uri="{FF2B5EF4-FFF2-40B4-BE49-F238E27FC236}">
                <a16:creationId xmlns:a16="http://schemas.microsoft.com/office/drawing/2014/main" id="{C678D85F-491C-81AF-42F2-AD835B18AF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52" t="34164" r="37576" b="59099"/>
          <a:stretch>
            <a:fillRect/>
          </a:stretch>
        </p:blipFill>
        <p:spPr>
          <a:xfrm>
            <a:off x="3305175" y="4169566"/>
            <a:ext cx="561975" cy="473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075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>
            <a:extLst>
              <a:ext uri="{FF2B5EF4-FFF2-40B4-BE49-F238E27FC236}">
                <a16:creationId xmlns:a16="http://schemas.microsoft.com/office/drawing/2014/main" id="{FACAF78E-8254-BBB3-DBA2-CB95346702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3000"/>
                    </a14:imgEffect>
                    <a14:imgEffect>
                      <a14:brightnessContrast bright="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5429" y="1687105"/>
            <a:ext cx="9216570" cy="5144668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0BF512AA-7BBC-2678-7A9F-6BA92001C6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5525" y="1304925"/>
            <a:ext cx="7600950" cy="4248150"/>
          </a:xfrm>
          <a:prstGeom prst="rect">
            <a:avLst/>
          </a:prstGeom>
        </p:spPr>
      </p:pic>
      <p:sp>
        <p:nvSpPr>
          <p:cNvPr id="7" name="מלבן 6">
            <a:extLst>
              <a:ext uri="{FF2B5EF4-FFF2-40B4-BE49-F238E27FC236}">
                <a16:creationId xmlns:a16="http://schemas.microsoft.com/office/drawing/2014/main" id="{C5A37849-A0EE-179E-1EF3-12586B7DD3CC}"/>
              </a:ext>
            </a:extLst>
          </p:cNvPr>
          <p:cNvSpPr/>
          <p:nvPr/>
        </p:nvSpPr>
        <p:spPr>
          <a:xfrm>
            <a:off x="3787515" y="2967335"/>
            <a:ext cx="461697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הטקסט שלך כאן</a:t>
            </a:r>
          </a:p>
        </p:txBody>
      </p:sp>
    </p:spTree>
    <p:extLst>
      <p:ext uri="{BB962C8B-B14F-4D97-AF65-F5344CB8AC3E}">
        <p14:creationId xmlns:p14="http://schemas.microsoft.com/office/powerpoint/2010/main" val="874534844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</TotalTime>
  <Words>3</Words>
  <Application>Microsoft Office PowerPoint</Application>
  <PresentationFormat>מסך רחב</PresentationFormat>
  <Paragraphs>1</Paragraphs>
  <Slides>3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ערכת נושא Office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win 10</dc:creator>
  <cp:lastModifiedBy>win 10</cp:lastModifiedBy>
  <cp:revision>2</cp:revision>
  <dcterms:created xsi:type="dcterms:W3CDTF">2025-07-19T19:08:22Z</dcterms:created>
  <dcterms:modified xsi:type="dcterms:W3CDTF">2025-07-22T11:54:33Z</dcterms:modified>
</cp:coreProperties>
</file>